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A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25" d="100"/>
          <a:sy n="125" d="100"/>
        </p:scale>
        <p:origin x="3036" y="69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72CEA-9764-0634-1768-2196ECB72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995AB4-0087-0F79-E66F-4D360397D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0A7ED7-CE86-AAE8-277A-E2405A2D4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ABB99F-51B0-B73A-BAA1-B1049A96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16B806-3DAA-0336-B796-1C580202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0921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4F082-4ECF-14B3-6761-F3D635C4A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FDBAFE-78DC-1276-A829-A406CC108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594E15-019E-16F6-A226-ACE1737B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2998AB-81DD-0A9C-E4AC-521F998B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1994AF-CDBA-2979-049E-7A243532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7074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DB82E-8926-7542-BA43-153D53F60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8D540A-CC02-8DAB-5F0C-5DD559890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8F8D70-E55A-D27A-AB71-AC6CCE04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E92C48-EAB0-0939-900C-C365D13C5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28AEAD-B6A9-F81F-8068-1E775728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447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BC478-50C6-1BA4-687B-ADA0891C5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87AD7B-BBF7-3A16-A309-70A1AB828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C78A88-EE5E-DFF6-A2C3-AB6686758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38F6EE-0DEA-5CD7-11CC-B32C3C071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637820-5906-2B98-2488-4EA3EE72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7C27D7-F917-D0BD-F41A-F8081649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02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9FD0E-FFC2-A69B-D5CE-C1767B70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D15D88-2D9D-54A2-E79D-F7D33B628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F8F33F6-3700-1DEE-EFE0-F6D02CF52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F074A60-5185-C7F7-0A16-44C0131847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90E1C3F-CB8A-AC05-A67D-1E91C2B92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0EF2B3-73DA-7B37-C2AF-01D2E107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940BA1-F54C-1DA9-7AF0-42E71D643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2DDEBF1-48BF-5103-1095-9C1DE9DD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819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D1536-C613-749B-6941-680E7984A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95C47C-7D6B-872E-EFE2-47A7B2078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BC874FE-AE83-0E64-AF60-AFB10397C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E69EA1-A488-BE78-632B-BB4B0BE24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08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CF2C3A7-A0AE-9AFB-E020-E6043EF9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E1B79C-2D0E-0F79-5AFD-B14B1318E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17DD2F-DFDF-044A-FF2A-94C014C25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933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CBD03-07C9-299B-C483-9F60611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91FF18-65D6-E381-A860-3F12162AA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BBEE8A-004F-D8FD-562D-EF1B1DBE0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9D5CFC-8D77-A7DB-46AE-532E70B4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722B8F-260C-D35F-BA83-B6BF7FF3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661071-FD46-0FF8-3969-ED4F66E2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82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CA539-5C3C-DB77-0FBB-2A90F298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A53FC76-AB0C-50BE-F3B2-B0E6E8224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00B283-6A71-67D0-C90F-675F72BBD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FB77D3-A7AC-DFB8-E5E4-8132D046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328FFB-21FB-C5F9-9BEA-E6BEA4DA6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347CD6-0679-0D40-D3B6-12AE56DC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69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5FC35-81ED-135A-AA4B-3831AB91C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3D927B-8705-DA88-10AA-7347D05F7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C71931-2E8E-8239-4776-41BBCC744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144DB7-F37F-F9AA-C6FB-6185CEA4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97B22-3ED9-1C82-F852-DF12E5B1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91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836FDA-EE07-77D2-DCEE-4A7ACF553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53B65A-FA16-34AB-04E9-F72A8D8FE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0EF0E8-7A13-B8EA-FC67-D6436D2C6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0EDB3B-0443-70C2-50C9-260729A0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E12EBD-9900-86C4-0778-4EED49A2A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315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C932C84-8C8B-0F66-5EF2-70CB3642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A055E1-C646-0F22-AE27-C13E633C7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CC86D3-9941-C843-8051-A35A4DB02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AA6EC-AC26-47A3-86D8-EC6CA8E8DE68}" type="datetimeFigureOut">
              <a:rPr lang="pt-BR" smtClean="0"/>
              <a:t>30/08/2026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33D0AE-00A6-0A97-ADD9-37B27AA53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037636-75C7-0036-3E77-A7FC90B72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FFE4B-989F-4C11-AC5C-C1FB5589FF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138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A1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0E4A338-AB69-32EC-9810-0473A4F69C5D}"/>
              </a:ext>
            </a:extLst>
          </p:cNvPr>
          <p:cNvSpPr/>
          <p:nvPr/>
        </p:nvSpPr>
        <p:spPr>
          <a:xfrm>
            <a:off x="2159999" y="0"/>
            <a:ext cx="12238455" cy="6858000"/>
          </a:xfrm>
          <a:prstGeom prst="roundRect">
            <a:avLst>
              <a:gd name="adj" fmla="val 33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817065D-445B-22C6-6BF4-2A3F2295D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59999" cy="636727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E6DDB185-1073-EE87-6D44-9152EB033E0A}"/>
              </a:ext>
            </a:extLst>
          </p:cNvPr>
          <p:cNvCxnSpPr>
            <a:cxnSpLocks/>
          </p:cNvCxnSpPr>
          <p:nvPr/>
        </p:nvCxnSpPr>
        <p:spPr>
          <a:xfrm>
            <a:off x="89999" y="640994"/>
            <a:ext cx="198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7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A1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2A01A-C9F1-6CBF-1ABC-E49E6AA5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C8E5877-C8E5-C867-68C8-D2F750B1D6E0}"/>
              </a:ext>
            </a:extLst>
          </p:cNvPr>
          <p:cNvSpPr/>
          <p:nvPr/>
        </p:nvSpPr>
        <p:spPr>
          <a:xfrm>
            <a:off x="2159999" y="0"/>
            <a:ext cx="12238455" cy="6858000"/>
          </a:xfrm>
          <a:prstGeom prst="roundRect">
            <a:avLst>
              <a:gd name="adj" fmla="val 3334"/>
            </a:avLst>
          </a:prstGeom>
          <a:solidFill>
            <a:srgbClr val="3FA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AAFC6E9-3D60-8F2E-921A-FBD4FA24E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59999" cy="636727"/>
          </a:xfrm>
          <a:prstGeom prst="rect">
            <a:avLst/>
          </a:prstGeom>
        </p:spPr>
      </p:pic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6C870D5A-6179-A93B-9273-17A545FCE767}"/>
              </a:ext>
            </a:extLst>
          </p:cNvPr>
          <p:cNvCxnSpPr>
            <a:cxnSpLocks/>
          </p:cNvCxnSpPr>
          <p:nvPr/>
        </p:nvCxnSpPr>
        <p:spPr>
          <a:xfrm>
            <a:off x="89999" y="640994"/>
            <a:ext cx="198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3720B3A-5BC8-3A1C-679F-A54AEDE0F969}"/>
              </a:ext>
            </a:extLst>
          </p:cNvPr>
          <p:cNvSpPr/>
          <p:nvPr/>
        </p:nvSpPr>
        <p:spPr>
          <a:xfrm>
            <a:off x="2159999" y="0"/>
            <a:ext cx="12238455" cy="6858000"/>
          </a:xfrm>
          <a:prstGeom prst="roundRect">
            <a:avLst>
              <a:gd name="adj" fmla="val 3334"/>
            </a:avLst>
          </a:prstGeom>
          <a:solidFill>
            <a:schemeClr val="tx1">
              <a:lumMod val="95000"/>
              <a:lumOff val="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0550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Aurélio Valles Leal</dc:creator>
  <cp:lastModifiedBy>Marco Aurélio Valles Leal</cp:lastModifiedBy>
  <cp:revision>3</cp:revision>
  <dcterms:created xsi:type="dcterms:W3CDTF">2026-08-31T02:14:17Z</dcterms:created>
  <dcterms:modified xsi:type="dcterms:W3CDTF">2026-08-31T02:26:12Z</dcterms:modified>
</cp:coreProperties>
</file>